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AIDA First Aid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 Update</a:t>
            </a:r>
          </a:p>
          <a:p>
            <a:pPr>
              <a:defRPr sz="1800"/>
            </a:pPr>
            <a:r>
              <a:t>Date: May 2026</a:t>
            </a:r>
          </a:p>
          <a:p>
            <a:pPr>
              <a:defRPr sz="1800"/>
            </a:pPr>
            <a:r>
              <a:t>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mobile first aid assistant for emergency situations</a:t>
            </a:r>
          </a:p>
          <a:p>
            <a:pPr>
              <a:defRPr sz="1800"/>
            </a:pPr>
            <a:r>
              <a:t>Supports English and Twi languages</a:t>
            </a:r>
          </a:p>
          <a:p>
            <a:pPr>
              <a:defRPr sz="1800"/>
            </a:pPr>
            <a:r>
              <a:t>Includes incident probing, diagnosis guidance, and location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Native front-end for user interaction</a:t>
            </a:r>
          </a:p>
          <a:p>
            <a:pPr>
              <a:defRPr sz="1800"/>
            </a:pPr>
            <a:r>
              <a:t>FastAPI backend exposes /probe, /diagnose, /transcribe, /nearby-facilities</a:t>
            </a:r>
          </a:p>
          <a:p>
            <a:pPr>
              <a:defRPr sz="1800"/>
            </a:pPr>
            <a:r>
              <a:t>Gemini AI service handles probe and diagnosis reasoning</a:t>
            </a:r>
          </a:p>
          <a:p>
            <a:pPr>
              <a:defRPr sz="1800"/>
            </a:pPr>
            <a:r>
              <a:t>Optional ASR services for voice input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probing workflow for follow-up questions before diagnosis</a:t>
            </a:r>
          </a:p>
          <a:p>
            <a:pPr>
              <a:defRPr sz="1800"/>
            </a:pPr>
            <a:r>
              <a:t>Implemented clean MCQ-style probing UI with professional icons</a:t>
            </a:r>
          </a:p>
          <a:p>
            <a:pPr>
              <a:defRPr sz="1800"/>
            </a:pPr>
            <a:r>
              <a:t>Improved backend prompt to ask incident-specific questions</a:t>
            </a:r>
          </a:p>
          <a:p>
            <a:pPr>
              <a:defRPr sz="1800"/>
            </a:pPr>
            <a:r>
              <a:t>Enabled modular diagnosis endpoint and frontend integration</a:t>
            </a:r>
          </a:p>
          <a:p>
            <a:pPr>
              <a:defRPr sz="1800"/>
            </a:pPr>
            <a:r>
              <a:t>Added logging and timing for AI backend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describes emergency or chooses a scenario</a:t>
            </a:r>
          </a:p>
          <a:p>
            <a:pPr>
              <a:defRPr sz="1800"/>
            </a:pPr>
            <a:r>
              <a:t>2. Front-end sends description to backend /probe</a:t>
            </a:r>
          </a:p>
          <a:p>
            <a:pPr>
              <a:defRPr sz="1800"/>
            </a:pPr>
            <a:r>
              <a:t>3. Gemini returns summary + follow-up questions</a:t>
            </a:r>
          </a:p>
          <a:p>
            <a:pPr>
              <a:defRPr sz="1800"/>
            </a:pPr>
            <a:r>
              <a:t>4. User answers questions in the probing screen</a:t>
            </a:r>
          </a:p>
          <a:p>
            <a:pPr>
              <a:defRPr sz="1800"/>
            </a:pPr>
            <a:r>
              <a:t>5. Front-end sends answers to /diagnose for final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Refined AI prompts for context-aware question generation</a:t>
            </a:r>
          </a:p>
          <a:p>
            <a:pPr>
              <a:defRPr sz="1800"/>
            </a:pPr>
            <a:r>
              <a:t>Converted answer UI to vertical MCQ layout</a:t>
            </a:r>
          </a:p>
          <a:p>
            <a:pPr>
              <a:defRPr sz="1800"/>
            </a:pPr>
            <a:r>
              <a:t>Replaced emoji icons with Expo Ionicons</a:t>
            </a:r>
          </a:p>
          <a:p>
            <a:pPr>
              <a:defRPr sz="1800"/>
            </a:pPr>
            <a:r>
              <a:t>Improved backend robustness for Whisper import issues</a:t>
            </a:r>
          </a:p>
          <a:p>
            <a:pPr>
              <a:defRPr sz="1800"/>
            </a:pPr>
            <a:r>
              <a:t>Logged Gemini request duration for debugging slow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AI probe may still be slow due to external Gemini response time</a:t>
            </a:r>
          </a:p>
          <a:p>
            <a:pPr>
              <a:defRPr sz="1800"/>
            </a:pPr>
            <a:r>
              <a:t>Voice transcription depends on local Whisper availability on Windows</a:t>
            </a:r>
          </a:p>
          <a:p>
            <a:pPr>
              <a:defRPr sz="1800"/>
            </a:pPr>
            <a:r>
              <a:t>Twi ASR is a placeholder pending model integration</a:t>
            </a:r>
          </a:p>
          <a:p>
            <a:pPr>
              <a:defRPr sz="1800"/>
            </a:pPr>
            <a:r>
              <a:t>Need final validation for Twi translation and question localization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AI prompts further for incident relevance</a:t>
            </a:r>
          </a:p>
          <a:p>
            <a:pPr>
              <a:defRPr sz="1800"/>
            </a:pPr>
            <a:r>
              <a:t>Integrate Twi ASR model and improve Twi translations</a:t>
            </a:r>
          </a:p>
          <a:p>
            <a:pPr>
              <a:defRPr sz="1800"/>
            </a:pPr>
            <a:r>
              <a:t>Add device location and emergency contact enhancements</a:t>
            </a:r>
          </a:p>
          <a:p>
            <a:pPr>
              <a:defRPr sz="1800"/>
            </a:pPr>
            <a:r>
              <a:t>Test end-to-end emergency scenarios and edge cases</a:t>
            </a:r>
          </a:p>
          <a:p>
            <a:pPr>
              <a:defRPr sz="1800"/>
            </a:pPr>
            <a:r>
              <a:t>Prepare supervisor demo with sample 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